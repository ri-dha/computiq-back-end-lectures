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loud briefly. We'll return to this exact list during the recap so students can self-check what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short, energetic recap — not a re-teach. The goal is to reconnect today's material to what students already have running on their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backend Python code — including FastAPI itself — mixes both styles constantly, so today gives students both toolkits.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before syntax. A dictionary here, a handful of loose functions there, and no guarantee they stay in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what happens without a class as the app grows past a single User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behavior as the previous slide, but nothing forces a caller to pass the right cart into every function anymore.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User example live, piece by piece, narrating each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Deepen the one-line 'constructor' mention from the previous slide into something students can actually reason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Deepen self specifically next — this is the concept beginners find least 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immediately build this second class on their own screen, with your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 is like saying 'this one' when there are many copies of the same blueprint. If you have 30 User objects, self is how a method knows which one it's currently working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methods on User, to show a method that changes state and a method that takes extra arguments.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attributes are per-instance, but a class can also hold a single shared value on the class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second example shows a genuinely useful class attribute — a shared default used in every instance's own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naming these three visibility levels now — students will see this terminology constantly in real code, and 2.5 builds directly on it with a full class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bug for beginners — worth a dedicated warning since it's easy to write by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value of encapsulation isn't hiding for its own sake — it's controlling the door. set_password() can validate a password before storing it; direct attribute access can't. This is exactly the shape of validation you'll write constantly with FastAPI and Pydantic starting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before showing the code — students need the concept (decorator wraps a method, getter vs. setter) before the syntax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more elegant version of the encapsulation pattern — a method accessed like a plain attribute, while still running validation behind the scenes.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Inheritance lets one class reuse and extend another, instead of copy-pasting.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super().__init__(name) calls the parent class's constructor — reuse Animal's setup instead of retyping self.name =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Inheritance can chain more than one level deep — worth showing once so the idea of a 'chain' is concrete, not just two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emphasis on the loop above: one line of calling code (a.make_sound()) that works correctly no matter which subclass a actually is. That's the entire point of polymorphism.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second polymorphism example, outside the Animal family, reinforces that this is a general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Inheritance isn't the only way to reuse code — just a term to recognize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backend-flavored example, reusing the Product class — the shape of a real order/line-items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make debugging dramatically easier once students start printing their own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dunders worth a quick look, since students will hit both within the first week of writing real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in the backend-course folder from Lecture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students have already seen this: @app.get("/") from Lecture 1 is a decorator — a function that takes another function as input. That's only possible because functions are first-class.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dictionary of functions is a small preview of how a web framework like FastAPI routes a request to the right handler.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lambda for short, throwaway, one-off logic passed straight into something like sorted() or filter(). Reach for a full def the moment the logic needs a name, a docstring, or more than one line — most real code should prefer def.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real-world use of lambda is as a sort key. This example shows sorting by more than one field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built-in functions that apply a function across an iterable — the classic functional-programming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backend-flavored example — a realistic shape for 'give me the emails of everyone currently active.'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can write it as a comprehension in one readable line, do that — it's what most Python code in the wild actually looks like. Reach for map()/filter() mainly when you're already passing around a named function, or the logic is too complex to stay readable inline. Mention functools.reduce() by name only, as a term they'll see, without covering it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dict comprehension that turns a list into a fast lookup table by id — a genuinely useful backend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in the backend-course folder from Exercise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the Learning Objectives slide first and let students self-check with a show of hands on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COURSE · WEEK 1 · LECTURE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&amp; Functional Programming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 · Inheritance · Encapsulation · Functions, lambdas &amp; functional concepts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 hours   |   Audience: complete beginners (continuing from Lecture 1)   |   Lecture + hands-on exercises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0:10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288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&amp; recap of Lecture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 – 1:12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860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Classes &amp; Objects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1:12 – 1:22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7432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1:22 – 1:58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004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2 — Inheritance &amp; Polymorphism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1:58 – 2:18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6576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hands-on: build a class hierarchy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2:18 – 2:28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1148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4572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2:28 – 3:07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4572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min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5720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Concepts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3:07 – 3:27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5029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50292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hands-on: functional programming practice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5486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3:27 – 3:42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5486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474720" y="54864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Q&amp;A, and what's next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605332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6053328"/>
            <a:ext cx="640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605332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long? This plan is ~42 min over a 3-hour slot (deeper examples added throughout OOP and functional programming) — see the notes doc for exactly what to trim first.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object-oriented programming is used, and identify classes, objects, attributes, and methods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Python class with __init__, instance attributes, and instance methods, and create instances of it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self, and distinguish instance attributes from class attributes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Python's encapsulation conventions (public, _protected, __private) and explain why encapsulation matters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inheritance to build a subclass, override a method, and explain polymorphism with a concrete example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functions as first-class objects, and write and use lambda functions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map() and filter(), and rewrite the same logic as a list/dict comprehension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Back &amp; Recap of Lecture 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0:10   •   10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 — not a re-teach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roadmap: OOP, then functional programming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Python environment from scratch: terminal basics, checking Python, creating and activating a virtual environment with venv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managed packages with pip and requirements.txt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code into modules (single files) and packages (folders of modules with __init__.py)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and ran a first FastAPI project, and saw the automatic /docs page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of hands — who still has their backend-course folder and venv from last time?” Anyone who lost it can recreate it from the Lecture 1 checklist in under two minutes.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halves: Object-Oriented Programming (OOP), then Functional Programming (FP)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bundles data and behavior together into objects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treats logic as data (functions you can pass around) and avoids mutating state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classes and objects, then inheritance and polymorphism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programming: functions as first-class objects, lambdas, map/filter, and comprehensions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 the connection: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modules and packages you organized code into last time are about to get their contents organized too — into classes and objects. And FastAPI itself is full of both OOP and functional-style code, so today is the day the framework starts making a lot more sense.”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Part 1 — Classes &amp; Objects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1:12   •   59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OOP, and defining a class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and self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vs. class attributes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&amp; naming conventions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7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Object-Oriented Programming?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a class vs. with a class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a class — data and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behavior are disconnected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{"name": "Amina"}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greet_user(u):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f"Hello, {u['name']}!"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a class — data and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behavior travel together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greet(self):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f"Hello, {self.name}!"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blueprint; an object (or instance) is one concrete thing built from that blueprint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class, related data and the functions that act on it tend to drift apart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relevance: FastAPI request/response models, SQLModel database tables, and custom exceptions are all classes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Bigger Example — Shopping Cart, Without a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cart_items = [] + loose functions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cart_items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add_item(cart, name, price):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cart.append({"name": name, "price": price})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cart_total(cart):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sum(item["price"] for item in cart)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add_item(cart_items, "Keyboard", 45.00)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add_item(cart_items, "Mouse", 20.00)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print(cart_total(cart_items))   # 65.0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forces a caller to pass the right cart into every function — it's just convention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customers shop at once, you have to keep passing the correct list around everywhere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Cart, With a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ShoppingCart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ShoppingCart: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add_item(self, name, price):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self.items.append({"name": name, "price": price})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total(self):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sum(i["price"] for i in self.items)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 = ShoppingCart()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cart.add_item("Keyboard", 45.00)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cart.add_item("Mouse", 20.00)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print(cart.total())   # 65.0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behavior, but the cart now carries its own data and the functions that know how to use it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customers shopping at once just means two ShoppingCart() instances — cart.total() always means “this cart's total”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15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 =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 instances: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User("Amina", "amina@example.com")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 = User("Karim", "karim@example.com")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print(u1.name)     # Amina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print(u2.email)    # karim@example.com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User: — defines a new blueprint named User (PascalCase is the convention)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— the constructor: Python calls this automatically for every new instance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name — stores the value on this particular instance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and u2 are independent objects — changing u1.name never touches u2.name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Constructor?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that runs automatically the moment a new object is created from a class — it sets the object up with whatever it needs to exist in a valid state, usually by assigning its initial attributes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that constructor is __init__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there'd be no way to pass data in at creation time — you'd build a bare object and set attributes on it one by one from outside, easy to do inconsistently between instances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guarantees every instance starts complete: if name and email are required parameters, Python won't let you create a User without providing them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nuance (optional):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is technically the initializer, not the constructor in the strictest sense — Python already allocates the object via a separate method called __new__ before __init__ runs. Everyone still calls __init__ “the constructor”; you'll live entirely inside it and never touch __new__.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Snag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comma-separated parameters in __init__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self as the first parameter of every method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self.name = Name (wrong case) or forgetting the self. prefix entirely, which creates a plain local variable instead of storing 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this now: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single most common Python OOP typo — even experienced developers still make it.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Example —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price, quantity):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self.price = price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self.quantity = quantity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Product("Keyboard", 45.00, 3)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= Product("Mouse", 20.00, 10)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print(p1.name, p1.price, p1.quantity)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print(p2.name, p2.price, p2.quantity)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students build this one on their own screen — the repetition is what makes __init__ stick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takes three pieces of data this time — the constructor always matches whatever the object needs to remember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can be passed positionally or by keyword: Product(name="Mouse", price=20.00, quantity=10) works identically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and 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(with a method)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 =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greet(self):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f"Hello, {self.name}!"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User("Amina", "amina@example.com")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print(u1.greet())     # Hello, Amina!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actually runs: User.greet(u1)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is just a name (by convention, always self) for “the specific instance this method was called on”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u1.greet() is shorthand for User.greet(u1) — Python passes the instance in automatically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is a function defined inside a class; the only difference from a plain function is that it always receives self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That Change State &amp; Take Arguments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(update_email, full_contact)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 =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update_email(self, new_email):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 = new_email  # CHANGES its own data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full_contact(self, company):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 &lt;{self.email}&gt; @ {company}"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User("Amina", "amina@example.com")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u1.update_email("amina@newmail.com")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print(u1.full_contact("Acme Inc"))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update_email takes an extra parameter after self, exactly like a regular function — it also reads and writes the object's own data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full_contact mixes the object's own data (self.name, self.email) with data passed in (company) to return a computed value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13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vs. Class Attributes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(with a class attribute)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user_count = 0   # class attribute 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# shared by ALL instances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   # instance attr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 =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User.user_count +=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User("Amina", "amina@example.com")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 = User("Karim", "karim@example.com")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print(User.user_count)   # 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 (self.name, self.email) — each object gets its own copy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 (user_count) — one shared value, stored on the class itself, visible to every instance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 attributes sparingly — a running counter, a shared default. Almost everything else should be an instance attribute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Genuinely Useful Class Attribute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(tax_rate)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tax_rate = 0.08   # same for every Product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price):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self.price = price   # differs per Product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price_with_tax(self):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self.price * (1 + Product.tax_rate)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Product("Keyboard", 45.00)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print(p1.price_with_tax())   # 48.6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shares the same tax_rate, but each computes its own price_with_tax() from its own price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split between “shared config” and “per-object data”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Public, Private &amp; Protected 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no leading underscore (self.name). Freely readable and writable from anywhere; the default and by far the most common case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— a single leading underscore (self._name). A convention meaning “internal use, please don't touch from outside” — Python does not enforce this at all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a double leading underscore (self.__name). Triggers name mangling (renamed internally to _ClassName__name), making accidental external access harder, though still not impossible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623560"/>
            <a:ext cx="64008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62356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3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doesn't have real access control like some other languages — these are naming conventions, not hard rules. The single underscore is by far the most common in practice; double-underscore privacy is used sparingly, mostly to avoid naming collisions in subclasses.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GOTCHA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Mutable Class Attributes — a Common Bug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 — buggy vs. fixed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BUG: items is shared by every Cart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add(self, item):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self.items.append(item)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c1, c2 = Cart(), Cart()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c1.add("Keyboard")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print(c2.items)  # ['Keyboard']  &lt;- leaked!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FIX: build the list fresh in __init__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 = []   # own list per Cart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 mutable class attribute (a list or dict) as a per-instance default — every instance secretly shares the exact same object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initialize mutable data inside __init__ instead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17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 &amp; Naming Conventions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(public, protected, private)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     # public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self._email = email  # protected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self.__password = None  # private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set_password(self, raw):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len(raw) &lt; 8: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ValueError("too short")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self.__password = raw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(name) — no leading underscore, freely accessible; the normal case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(_name) — a single leading underscore is a convention meaning “internal use, please don't touch” — Python does not enforce it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(__name) — a double leading underscore triggers name mangling, making accidental external access harder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@property?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decorator (the @ syntax) wraps a function to change or extend how it behaves — without changing the function's own code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is a decorator built into Python: it lets a method be read like a plain attribute, no parentheses at all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— decorate a method with @property and callers write obj.attribute instead of obj.method(); the method still runs, invisibly, every time it's read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— decorate a second method of the same name with @attribute.setter, and obj.attribute = value routes through it instead of overwriting a plain variable — this is where validation happens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a class can start with a plain public attribute and later swap in a @property without breaking any code that already does obj.attribute — the outside interface never changes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More Elegant Pattern — @property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(property + setter)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self._email =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email(self):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@email.setter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email(self, new_email):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"@" not in new_email: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ValueError("Invalid email")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self._email = new_email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User("Amina", "amina@example.com")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u1.email = "new@example.com"  # validated!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turns email into something read as u1.email, not u1.email() — no parentheses, so it still looks like plain data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@email.setter intercepts u1.email = ... and validates before the value is ever stored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the mental model behind Pydantic's validators in FastAPI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1:12 – 1:22   •   back in 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Part 2 — Inheritance &amp; Polymorphism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1:22 – 1:58   •   36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— reusing and extending a class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methods &amp; polymorphism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— a quick word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Dunder methods for free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14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make_sound(self):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"..."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   # Dog inherits Animal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make_sound(self):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"Woof!"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Dog("Rex")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print(d.name)          # Rex (inherited)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print(d.make_sound())  # Woof! (Dog's own)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Dog(Animal): — Dog is a subclass (child); Animal is the superclass (parent/base)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automatically gets everything Animal has, unless it defines its own version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“is-a” relationship: a Dog is an Animal. Use inheritance only when that sentence is actually true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super() — Reusing the Parent's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Cat(Animal): with its own __init__(self, name, indoor=True)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super().__init__(name) — calls Animal's constructor first, reusing its setup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self.indoor = indoor — then adds Cat's own extra attribute</a:t>
            </a:r>
            <a:endParaRPr lang="en-US" sz="1700" dirty="0"/>
          </a:p>
          <a:p>
            <a:pPr marL="279400" indent="-279400">
              <a:lnSpc>
                <a:spcPts val="2400"/>
              </a:lnSpc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Animal's setup instead of retyping self.name = name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Multi-Level Inheritance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 -&gt; Car -&gt; ElectricCar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Vehicle: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brand):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self.brand = brand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describe(self):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f"A {self.brand} vehicle"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Car(Vehicle):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brand, doors):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super().__init__(brand)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self.doors = doors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describe(self):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f"{super().describe()}, {self.doors} doors"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ElectricCar(Car):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brand, doors, kwh):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super().__init__(brand, doors)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self.kwh = kwh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describe(self):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f"{super().describe()}, {self.kwh}kWh"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super().describe() reuses the parent's version and adds its own piece — built up one layer at a time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walks this chain (instance → class → parent → ...) to find a method — called the Method Resolution Order (MRO)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11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Overriding Methods &amp; Polymorphism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polymorphism loop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animals = [Dog("Rex"), Cat("Luna"),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Animal("Generic")]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in animals: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print(f"{a.name} says {a.make_sound()}")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Rex says Woof!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Luna says Meow!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Generic says ...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Overriding: Dog and Cat both defined their own make_sound() — a subclass replacing a method it inherited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(“many forms”): calling the same method name on different objects, and each one responds in its own way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FastAPI, SQLModel, and most frameworks are built — code that works against a general interface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 Beyond Animals — Shapes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Shape, Circle, Rectangle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Circle(Shape):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radius):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self.radius = radius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3.14159 * self.radius ** 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Rectangle(Shape):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w, h):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self.w, self.h = w, 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self.w * self.h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shapes = [Circle(3), Rectangle(4, 5)]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sum(s.area() for s in shapes)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sum(s.area() for s in shapes) never checks the exact type — it just calls .area() and trusts each shape to know how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duck typing: “if it walks like a duck…” — code needs only the method it calls, not the exact type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6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— a Quick 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 (has an Engine)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Engine: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"Vroom!"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self.engine = Engine()  # HAS an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# Engine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start(self):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self.engine.start()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one class holds an instance of another as an attribute — a “has-a” relationship instead of “is-a”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is not an Engine, so inheritance would be wrong here — but a Car has an Engine, so composition fits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“Favor composition over inheritance” is common advice when the is-a relationship feels forced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Backend Example — Order Has Products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 (reuses Product from 2.2)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self.products = []  # HAS a list of Products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add_product(self, product):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self.products.append(product)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total(self):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sum(p.price for p in self.products)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= Order()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order.add_product(Product("Keyboard", 45.00))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order.add_product(Product("Mouse", 20.00))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print(order.total())   # 65.0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isn't a Product — it has many Products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“has-many” shape is exactly what you'll model with SQLModel relationships in Week 3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Dunder Methods for Free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(with __str__)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 =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f"User({self.name})"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User("Amina", "amina@example.com")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print(u)   # User(Amina)  — not &lt;...0x...&gt;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“Dunder” = double underscore. __init__ is one; a few more are worth knowing today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controls what print(object) and str(object) show — without it, objects print as unreadable memory addresses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__repr__ is __str__'s more technical sibling, meant for debugging/logs — mention the name only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Dunders — __eq__ and __len__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== and len()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email):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self.name, self.email = name, 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__eq__(self, other):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self.email == other.email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User("Amina", "a@x.com")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 = User("Amina K.", "a@x.com")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print(u1 == u2)   # True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self.products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__len__(self):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len(self.products)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print(len(Order()))   # 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__eq__ controls what == means — without it, two Users with identical data still compare unequal (Python compares identity, not data)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__len__ lets your own class work with Python's built-in len()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85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914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Class Hierarchy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68712" y="685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68712" y="685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9164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individually, in your backend-course folder — venv not needed, no external packages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95144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animals.py. Define a base class Animal with __init__(self, name) and make_sound(self) returning "..."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98648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two subclasses, Dog and Cat, each overriding make_sound() with their own sound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02152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__str__ method to Animal (inherited by both subclasses) that returns something like "Rex the Dog" — hint: look up type(self).__name__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105656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list with at least one Dog and one Cat, then loop over it printing name and make_sound() for each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70916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class attribute animal_count on Animal that increments by one every time any Animal (or subclass) is created. Print the final count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5404104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7E6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5404104"/>
            <a:ext cx="64008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404104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 </a:t>
            </a:r>
            <a:pPr indent="0" marL="0">
              <a:buNone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subclass, Bird, with its own __init__ that takes an extra can_fly parameter (using super().__init__(name)) and its own make_sound(). Confirm your polymorphism loop still works without any changes to the loop itself.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2:18 – 2:28   •   back in 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Programming Concepts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2:28 – 3:07   •   39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first-class citizens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and filter()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— the Pythonic alternative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9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Are First-Class Citizens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 as values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shout(text):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text.upper() + "!"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loud = shout        # assign the function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print(loud("hello"))    # HELLO!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apply_twice(func, value):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func(func(value))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print(apply_twice(shout, "hi"))  # HI!!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a function is just another value — it can be assigned to a variable, stored in a list, or passed as an argument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 (no parentheses) refers to the function itself; shout() calls it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apply_twice takes a function as a parameter — this is what “first-class” means, and it's the foundation everything else builds on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in a Dictionary — a Dispatch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= { method: handler }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handle_get():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"Fetching data..."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handle_post():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"Creating data..."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handle_delete():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"Deleting data..."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"GET": handle_get,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"POST": handle_post,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"DELETE": handle_delete,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= "POST"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print(routes[method]())  # Creating data...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maps a string (the HTTP method) to a function — this pattern is called a dispatch table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simplified version of exactly what FastAPI does internally to route each request to the right handler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9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regular function vs. a lambda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regular function: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square(x):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 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equivalent lambda: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= lambda x: x * 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print(square(5))    # 25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is a small, anonymous, one-expression function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lambda parameters: expression — always exactly one expression, returned automatically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are almost always used immediately (passed into another function), not stored and named like above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by Multiple Fields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 with a tuple key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=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"Amina", "age": 29},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"Karim", "age": 17},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"Lina", "age": 29},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age only: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by_age = sorted(users, key=lambda u: u["age"])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Oldest first, then by name: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by_age_name = sorted(users,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key=lambda u: (-u["age"], u["name"]))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key=lambda u: u["age"] tells sorted() what value decides the order — it doesn't change the dictionaries themselves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tuple sorts by the first value, then breaks ties with the second — negating age flips it to oldest-first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map() and filter()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applying a function across a list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3, 4, 5]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map(): transform every element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squared = list(map(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x * x, numbers))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print(squared)   # [1, 4, 9, 16, 25]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filter(): keep matching elements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list(filter(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x % 2 == 0, numbers))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print(evens)     # [2, 4]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map(function, iterable) — applies function to every item, returns a map object (wrap in list() to see it)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filter(function, iterable) — keeps only the items where function returns True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map nor filter changes the original list — this “don't mutate the input” habit is a core functional-programming idea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Pipeline — Active User Emails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filter() then map()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=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"Amina", "email": "a@x.com",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"active": True},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"Karim", "email": "k@x.com",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"active": False},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= filter(lambda u: u["active"], users)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 = list(map(lambda u: u["email"], active))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print(emails)   # ['a@x.com']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first narrows down to the users you care about, then map() reshapes each surviving item into just the piece you need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filter-then-map pipeline is one of the most common patterns in real backend code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11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Comprehensions — the Pythonic Alternative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&amp; dict comprehensions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3, 4, 5]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squared = [x * x for x in numbers]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= [x for x in numbers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if x % 2 == 0]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comprehension: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square_map = {x: x * x for x in numbers}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print(square_map)  # {1: 1, 2: 4, ...}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[expression for item in iterable] — the general shape of a list comprehension, doing the same job as map()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 condition at the end to filter, exactly like filter() but read left-to-right as a sentence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{key_expr: value_expr for item in iterable} builds a dictionary the same way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Lookup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12700">
            <a:solidFill>
              <a:srgbClr val="D8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2D35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035040" cy="1828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7830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comprehension by 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40280"/>
            <a:ext cx="57058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users_by_id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"u1": {"name": "Amina"},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"u2": {"name": "Karim"},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user_list =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uid, **data}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uid, data in users_by_id.items()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 = {u["id"]: u for u in user_list}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print(lookup["u2"]["name"])   # Karim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1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loop needed to find it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83080"/>
            <a:ext cx="4736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{u["id"]: u for u in user_list} is a pattern worth memorizing — turns any list of records into a dict keyed by id for instant lookups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comprehensions can nest, but nested comprehensions get hard to read fast — prefer a plain for loop once logic goes two levels deep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85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914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Programming Practice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68712" y="685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68712" y="6858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9164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 your backend-course folder. Create a new file functional_practice.py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95144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prices = [12.5, 7.0, 33.99, 5.25, 100.0], use map() with a lambda to create a new list with 10% tax added to every price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898648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that same prices list, use filter() with a lambda to keep only prices under 20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02152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of the above as list comprehensions instead, and confirm you get the same results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105656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users = [{"name": "Amina", "age": 29}, {"name": "Karim", "age": 17}, {"name": "Lina", "age": 34}], write a list comprehension that returns just the names of users 18 or older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347472" cy="347472"/>
          </a:xfrm>
          <a:prstGeom prst="ellipse">
            <a:avLst/>
          </a:prstGeom>
          <a:solidFill>
            <a:srgbClr val="F4F6FB"/>
          </a:solidFill>
          <a:ln w="15875">
            <a:solidFill>
              <a:srgbClr val="5C7F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70916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Python's built-in sorted() with a lambda key function to sort the same users list by age, youngest first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5404104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7E6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5404104"/>
            <a:ext cx="64008" cy="7315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404104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 </a:t>
            </a:r>
            <a:pPr indent="0" marL="0">
              <a:buNone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reduce from functools and use it with a lambda to compute the total of the tax-adjusted prices from the first step, in one line. Compare it to just calling sum() — notice sum() is really just a specialized reduce that already existed for you.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Recap, Q&amp;A &amp; What's Next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3:27 – 3:42   •   15 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343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the learning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3717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7608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212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Week 2, Lecture 1 — FastAPI Fundamentals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6601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assignment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·  COMMON QUESTIONS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Q&amp;A — Be Ready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2498598" cy="4206240"/>
          </a:xfrm>
          <a:prstGeom prst="roundRect">
            <a:avLst>
              <a:gd name="adj" fmla="val 2928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2498598" cy="109728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I always need __init__?”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04139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but almost every class you write will have one; a class with no state (rare) can skip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2998" y="1920240"/>
            <a:ext cx="2498598" cy="4206240"/>
          </a:xfrm>
          <a:prstGeom prst="roundRect">
            <a:avLst>
              <a:gd name="adj" fmla="val 292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3412998" y="1920240"/>
            <a:ext cx="2498598" cy="109728"/>
          </a:xfrm>
          <a:prstGeom prst="roundRect">
            <a:avLst/>
          </a:prstGeom>
          <a:solidFill>
            <a:srgbClr val="5C7F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1598" y="2194560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7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“Method vs. function?”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41598" y="2743200"/>
            <a:ext cx="204139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is a function defined inside a class, and always receives self as its first argument when called on an instance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1920240"/>
            <a:ext cx="2498598" cy="4206240"/>
          </a:xfrm>
          <a:prstGeom prst="roundRect">
            <a:avLst>
              <a:gd name="adj" fmla="val 2928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77356" y="1920240"/>
            <a:ext cx="2498598" cy="109728"/>
          </a:xfrm>
          <a:prstGeom prst="roundRect">
            <a:avLst/>
          </a:prstGeom>
          <a:solidFill>
            <a:srgbClr val="B579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5956" y="2194560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“Class vs. just a dictionary?”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05956" y="2743200"/>
            <a:ext cx="204139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fine for simple, one-off data. Reach for a class once you have behavior (methods) attached to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1714" y="1920240"/>
            <a:ext cx="2498598" cy="4206240"/>
          </a:xfrm>
          <a:prstGeom prst="roundRect">
            <a:avLst>
              <a:gd name="adj" fmla="val 2928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1714" y="1920240"/>
            <a:ext cx="2498598" cy="109728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70314" y="2194560"/>
            <a:ext cx="2041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“Must I use lambda?”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370314" y="2743200"/>
            <a:ext cx="204139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you can always use def instead. Lambdas exist purely for convenience in short, inline cases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Course — Week 1 · Lecture 2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2, Lecture 1 — FastAPI Fundamentals — and this week's assignment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974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2, Lecture 1: FastAPI Fundamentals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requests, responses, validation, and building real REST APIs. Remember that @app.get("/") endpoint from Lecture 1? Next time we actually build it out — and every route you write will be a function, every request/response model will be a class.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1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690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 covering Python structure, OOP, and functional programming — pulling together both of this week's lectures. Keep your backend-course folder and venv; the assignment builds directly on what you created in both exercises today.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2026-09-04T00:49:06Z</dcterms:created>
  <dcterms:modified xsi:type="dcterms:W3CDTF">2026-09-04T00:49:06Z</dcterms:modified>
</cp:coreProperties>
</file>