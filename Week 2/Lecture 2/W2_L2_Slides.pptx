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loud briefly. We'll return to this exact list during the recap so students can self-check what landed.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short, energetic recap — not a re-teach. The goal is to reconnect today's material to the FastAPI project students already have running on their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time answered “how does FastAPI turn a type hint into validation?” Today goes deeper on both sides of that question. Today's examples build a small Book Store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1 used bool | None to mean “optional.” Worth also recognizing the older Optional/Union spelling since real code — especially anything pre-3.10 — still uses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union isn't only for “or None” — it can join any two types, which the next slide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1's tags: list[str] field was already a typed collection — today formalizes the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pausing on explicitly — the brackets are doing real work here, not just decoration.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a field shouldn't accept any string — only a specific, known set of values. Literal expresses exactly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Pydantic model can use another Pydantic model as a field's type — this is how a realistic request body gets modeled.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Genre isn't limited to one field on one model — the same type works as a query parameter too, which is where today's model and Lecture 1's routing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Field() constraints cover simple, declarative rules. @field_validator is for anything Field() can't express: real Python logic, checked at validation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project needs configuration that changes between environments — hardcoding it is how secrets end up committed to git by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in the Book Store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schemas.py collects the model definitions built across today's lecture — nothing new here, just a new home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APIRouter behaves like a mini FastAPI app — the same decorators, just not wired into the real app until include_router()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exact shape is close to how real production FastAPI codebases are organized.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with the Book Store API from Exercise 1 — this exercise reorganizes it, without changing what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back to the Learning Objectives slide first and let students self-check with a show of hands on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COURSE · WEEK 2 · LECTURE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Hinting &amp; Data Validation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Typing · Pydantic Models · Clean API Structures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 hours   |   Audience: complete beginners (continuing from Week 2, Lecture 1)   |   Lecture + hands-on exercises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0:10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288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&amp; recap of Lecture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0:10 – 0:50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2860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Typing Deep Dive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0:50 – 1:00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7432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 – 1:45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2004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In Depth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1:45 – 2:05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36576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hands-on: model a realistic book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2:05 – 2:15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28600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41148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4572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2:15 – 2:55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286000" y="4572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45720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API Structures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2:55 – 3:15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5029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50292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hands-on: refactor into a real project structure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" y="5486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3:15 – 3:30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5486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474720" y="54864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Q&amp;A, and what's next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605332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6053328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605332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long? This plan is ~30 min over a 3-hour slot (Pydantic and project structure both reward the extra depth) — see the notes doc for exactly what to trim first.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modern union syntax (X | None) and recognize the older Optional/Union equivalents in existing code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collections precisely with list[], dict[], and tuple[], and explain what extra validation that buys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a field to a fixed set of values with Literal or Enum, and explain when to reach for each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one Pydantic model inside another and access nested data naturally through attributes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custom @field_validator for a rule Field() constraints can't express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configuration from the environment with BaseSettings instead of hardcoding it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models into schemas.py and routes into an APIRouter, and explain why the split matters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a growing FastAPI project into a routers/ package the way real projects are structured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Back &amp; Recap of Lecture 1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0:10   •   10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— not a re-teach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roadmap: typing deep dive, Pydantic in depth, clean structure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FastAPI project from scratch: venv, pip install fastapi uvicorn, and a first endpoint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routes with path parameters and query parameters, using type hints for automatic validation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 Pydantic model to validate a request body, including Field() constraints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response_model and status_code to shape responses, and HTTPException for business-logic errors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of hands — who still has last time's project running?” Anyone who lost it can recreate the minimal version from the Lecture 1 cheat sheet in a couple of minutes; don't let this stall the room.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half: Python typing beyond a single Optional — collections, Literal, Enum — then Pydantic features built on top: nested models, validators, settings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half: clean API structures — splitting schemas from routes, and organizing routes into an APIRouter the way real FastAPI projects are laid out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hands-on exercises extend the same Book Store API used throughout today — first making its data model realistic, then reorganizing the project around it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 the connection: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“Everything today is still Week 1 paying off — Enum uses multiple inheritance, schemas.py is just a module, and routers/ is a package with an __init__.py. New names, same fundamentals.”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Typing Deep Dive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 – 0:50   •   40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| union syntax, deepened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collections: list, dict, tuple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7608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212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— constrained choices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601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— a proper type for fixed choices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| Union Syntax, Deepened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1091672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11091672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modern vs. older syntax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10762488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Modern syntax (Python 3.10+)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find(book_id: int, done: bool | None = None) -&gt; dict | None: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Older, still common in real code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Optional, Union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find_old(book_id: int, done: Optional[bool] = None) -&gt; Union[dict, None]: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Types, Explained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| None and Optional[X] mean exactly the same thing — “may be X, or may be missing”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| Y and Union[X, Y] both mean “either type is acceptable”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| syntax needs Python 3.10+; Optional and Union from typing work on any version — recognize both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tie-in: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treats both spellings identically — pick one style per project and stay consistent, rather than mixing them file to file.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Union Beyond Optional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format_id(value: int | str) -&gt; str: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str(value)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format_id accepts either a numeric id or a string id and always returns a string — a real case where “more than one type is valid” shows up outside of optional fields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Collections: list, dict, tuple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hints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tags: list[str]         # list of strings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scores: dict[str, int]  # name -&gt; score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coords: tuple[float, float]  # exactly 2 floats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list[str] means every item inside the list must be a string — not just the outer container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dict[str, int] pins both the key type and the value type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tuple[float, float] pins the exact length too — list and dict hints don't do that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Snag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list or dict type hint (no brackets) accepts a list or dict of literally anything inside it — list[str] is what actually buys validation on the contents, not just documentation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in a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 (preview)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BookCreate(BaseModel):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tags: list[str]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reviewers: dict[str, str] = {}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combine naturally inside a model — tags and reviewers here both get full element-level validation, not just an outer-container check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Literal — Constrained Choices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1091672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11091672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10762488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Literal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BookCreate(BaseModel):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condition: Literal["new", "used", "damaged"] = "new"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Literal, Explained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lists the exact allowed values — anything else is a validation error (422), the same automatic mechanism as every other type hint today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editor autocompletes the three allowed strings, and a typo like "neww" is caught instantly instead of silently accepted as a plain str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tie-in: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is ideal for a one-off choice tied to a single field. When the same set of values needs to be reused across models, an Enum (next) is the better tool.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6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 — A Proper Type for Choices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enum import Enum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Genre(str, Enum):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fiction = "fiction"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nonfiction = "nonfiction"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poetry = "poetry"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BookCreate(BaseModel):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genre: Genre = Genre.fiction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Genre(str, Enum) uses multiple inheritance (Week 1) — Genre values behave like strings but are still a named, reusable type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any model, function, or query parameter — Literal's list of values has to be retyped everywhere it's needed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 in the Docs 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renders an Enum field as a dropdown of exactly those choices in the /docs Swagger UI, automatically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tie-in: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multiple-inheritance mechanic Pydantic's own BaseModel already relies on — Week 1's inheritance lecture keeps paying off in new places.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1188720"/>
            <a:ext cx="2286000" cy="2286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0" y="1188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☕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49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 – 1:00   •   back in 10 minutes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Models In Depth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1:45   •   45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models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an Enum as a query parameter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7608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212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validators with @field_validator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601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management with BaseSettings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6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Author(BaseModel):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BookCreate(BaseModel):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author: Author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parses the nested JSON automatically — a real, validated Author object, not a raw dict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book.author.name works exactly like any other attribute — no manual dict digging, no silent typo'd key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Snag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model still needs its own class defined (or imported) before it's used as a type hint — Pydantic doesn't accept a bare dict shape in place of a real model class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Optional Nested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BookCreate(BaseModel):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author: Author | None = None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field can be optional too, following the same union rules from section 2.1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4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Reusing Genre as a Query Param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1091672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11091672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 + main.py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10762488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BookCreate(BaseModel):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author: Author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genre: Genre = Genre.fiction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@app.get("/books")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list_books(genre: Genre | None = None):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[b for b in books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genre is None or b["genre"] == genre]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 Reuse, Explained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genre: Genre on a query parameter is validated exactly like genre: Genre on the model — same type hint, same job, body or URL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?genre=fiction works; ?genre=mystery fails validation automatically, before list_books ever runs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tie-in: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one nested class, one Enum field, reused as a query parameter — this is what a realistic request body and its matching routes actually look like.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6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Validators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BookCreate(BaseModel):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author: Author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@field_validator("title")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title_not_blank(cls, value):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value.strip():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ValueError("blank title")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value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@field_validator("title") ties this function to one field — Pydantic calls it after the basic type check passes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@classmethod is required — Pydantic calls this before an instance exists, so the first param is cls, not self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Snag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ValueError inside a validator is exactly what turns into a 422 response — the same mechanism as every other validation failure today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str = Field(min_length=1) blocks an empty string, but “   ” (whitespace-only) passes that check fine — length constraints can't see through whitespace. A validator catches exactly this.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a Nested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Author(BaseModel):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@field_validator("email")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email_has_at(cls, value):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"@" not in value: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ValueError("bad email")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value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validates a nested field just as easily — validators aren't limited to the outer model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·  6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pydantic_settings import BaseSettings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Settings(BaseSettings):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app_name: str = "Book Store API"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debug: bool = False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database_url: str = "sqlite:///./books.db"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= Settings()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pydantic-settings — BaseSettings reads from environment variables (or a .env file) instead of a request body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= Settings() runs once; the rest of the app imports this one object instead of scattering os.environ.get(...) calls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Overriding with .env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DEBUG=true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DATABASE_URL=postgresql://localhost/bookstore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in .env override the class defaults — a teammate's machine or a production server can run the same code with different configuration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proper home for the database_url Week 3 will need for a real database connection — get the habit right now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85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914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 Realistic Book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268712" y="685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141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68712" y="685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91640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Genre(str, Enum) with fiction, nonfiction, and poetry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95144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Author model with name and email fields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898648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BookCreate with author: Author and genre: Genre = Genre.fiction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502152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@field_validator on title that rejects a blank or whitespace-only title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105656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GET /books to accept an optional genre query parameter and filter by it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4736592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709160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everything from /docs — including at least one request that trips the new validator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48640" y="5404104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7E6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5404104"/>
            <a:ext cx="64008" cy="7315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404104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 </a:t>
            </a:r>
            <a:pPr indent="0" marL="0">
              <a:buNone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Settings class (BaseSettings) with app_name and debug, and print settings.app_name somewhere at startup to confirm it loads correctly.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1188720"/>
            <a:ext cx="2286000" cy="2286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0" y="1188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☕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49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 – 2:15   •   back in 10 minutes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API Structures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 – 2:55   •   40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schemas from routes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routes with APIRouter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7608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212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project layout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3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Separating Schemas from Routes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layout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fastapi-course/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schemas.py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is getting crowded — models, a validator, and routes are all in one file. The fix: split by responsibility, into separate modules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schemas.py — Enums &amp; Nested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1091672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11091672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 (top)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10762488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enum import Enum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field_validator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Genre(str, Enum):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fiction = "fiction"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nonfiction = "nonfiction"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poetry = "poetry"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Author(BaseModel):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str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schemas.py — BookCreate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1091672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11091672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 (continued)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10762488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BookCreate(BaseModel):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author: Author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genre: Genre = Genre.fiction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@field_validator("title")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title_not_blank(cls, value):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value.strip():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ValueError("title cannot be blank")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value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main.py, Slimmed 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schemas import BookCreate, Genre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schemas.py is just a module — nothing FastAPI-specific about the split, same import mechanics as any Python file from Week 1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now only has to think about routes — a smaller file is easier to scan and easier to test in isolation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the input model / output model split from Lecture 1 — separating concerns keeps paying off at every scale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8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Routes with APIRouter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1091672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11091672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routers/books.py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10762488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APIRouter, HTTPException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schemas import BookCreate, Genre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= APIRouter(prefix="/books", tags=["books"])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@router.get("/")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list_books(genre: Genre | None = None):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[b for b in books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genre is None or b["genre"] == genre]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@router.get("/{book_id}")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get_book(book_id: int):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b in books: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b["id"] == book_id: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b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HTTPException(status_code=404, detail="Book not found")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the Router into main.py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routers.books import router as books_router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app.include_router(books_router)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APIRouter behaves like a mini FastAPI app — same @router.get/@router.post decorators, wired in via include_router()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prefix="/books" means every route is written as if /books were already prepended — @router.get("/") is really GET /books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Snag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tags=["books"] groups these routes together in the /docs page — cosmetic, but it matters once an app has thirty routes instead of five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app.include_router(...) — the router's routes exist in Python, fully defined, but FastAPI never learns about them, and every request to /books returns 404 as if the route were never written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8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Growing Project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layout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fastapi-course/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venv/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schemas.py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routers/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__init__.py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books.py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routers/ is a package — the __init__.py from Week 1, doing real work in a real project for the first time today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resource gets its own router file — the app grows by adding files, not by making main.py longer forever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becomes almost entirely wiring — create the app, include every router, done. Nothing here is a simplified “toy” pattern.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85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914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 into a Real Project Structure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268712" y="685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141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68712" y="685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91640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Genre, Author, and BookCreate (with its validator) into schemas.py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95144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routers/ package with __init__.py and books.py containing all five book routes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898648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it up in main.py with app.include_router(...) — keep main.py down to the app instance and the include_router call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502152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every route from /docs to confirm nothing broke in the move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197096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7E6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197096"/>
            <a:ext cx="64008" cy="7315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197096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 </a:t>
            </a:r>
            <a:pPr indent="0" marL="0">
              <a:buNone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Settings class in a new config.py and read settings.app_name somewhere in main.py to confirm it's wired up correctly.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Recap, Q&amp;A &amp; What's Next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 – 3:30   •   15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the learning 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Q&amp;A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7608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212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Week 3 — Database/SQLModel ORM &amp; Testing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601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assignment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·  COMMON QUESTIONS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Q&amp;A — Be Ready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453384" cy="4206240"/>
          </a:xfrm>
          <a:prstGeom prst="roundRect">
            <a:avLst>
              <a:gd name="adj" fmla="val 2118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453384" cy="109728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“Always need schemas.py?”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9961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No; for a tiny script one file is fine. Split once the file gets hard to scan — usually earlier than people expect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7784" y="1920240"/>
            <a:ext cx="3453384" cy="4206240"/>
          </a:xfrm>
          <a:prstGeom prst="roundRect">
            <a:avLst>
              <a:gd name="adj" fmla="val 2118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367784" y="1920240"/>
            <a:ext cx="3453384" cy="109728"/>
          </a:xfrm>
          <a:prstGeom prst="roundRect">
            <a:avLst/>
          </a:prstGeom>
          <a:solidFill>
            <a:srgbClr val="5C7FC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6384" y="219456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“Field() vs @field_validator?”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743200"/>
            <a:ext cx="29961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Field() for simple, declarative constraints; a validator for anything needing real logic or checking more than one condition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6928" y="1920240"/>
            <a:ext cx="3453384" cy="4206240"/>
          </a:xfrm>
          <a:prstGeom prst="roundRect">
            <a:avLst>
              <a:gd name="adj" fmla="val 2118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6928" y="1920240"/>
            <a:ext cx="3453384" cy="109728"/>
          </a:xfrm>
          <a:prstGeom prst="roundRect">
            <a:avLst/>
          </a:prstGeom>
          <a:solidFill>
            <a:srgbClr val="B579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5528" y="219456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BaseSettings only for secrets?”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5528" y="2743200"/>
            <a:ext cx="29961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it's for any configuration that changes between environments; secrets are the most important case, not the only one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2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Database/SQLModel ORM &amp; Testing with Pytest — and this week's assignment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41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974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Database/SQLModel ORM &amp; Testing with Pytest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is built directly on top of Pydantic — everything learned about models today carries straight into defining real database tables next week.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41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749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6908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and polish Exercise 2's refactor. Confirm the project runs cleanly from a fresh clone — venv, pip install, uvicorn — since that project is what Week 3 builds on directly.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2026-09-10T13:13:37Z</dcterms:created>
  <dcterms:modified xsi:type="dcterms:W3CDTF">2026-09-10T13:13:37Z</dcterms:modified>
</cp:coreProperties>
</file>