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out loud briefly. We'll return to this exact list during the recap so students can self-check what landed.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short, energetic recap — not a re-teach. The goal is to reconnect today's material to the OOP and functional programming students already have running on their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backend Python code — including FastAPI itself — mixes both styles constantly, so today gives students both toolkits.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students build the server side of this exchange. Every request that arrives at a FastAPI route is coming from some client, real or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exchange is one request paired with one response, and both have a predictable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status code is what tells the client how to react, not the body text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 isn't a technology — it's a naming and design convention for HTTP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naming explicitly — beginners sometimes think REST is something FastAPI enforces rather than a convention they choose to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python -m venv venv and pip install workflow from Week 1, applied to a real project instead of a practice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FastAPI reads the type hints already on a function's parameters to validate, convert, and document — all without extra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pattern with a second, near-identical route before moving into parametrized routes next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example from here on works against this small in-memory list — a real app would use a database, which is Week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type hint replaced what would otherwise be a manual try/except — the first of many 'free' validations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decorator, no different syntax — the only thing that changed is which parameters show up in the path string.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pausing on explicitly — this trips up nearly every beginner at least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route is intentionally the setup for the ordering gotcha coming up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REST resource usually gets one route per piece of the CRUD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exactly the trap the /tasks/search route from 3.2 sets up — a great live demo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in the backend-course folder. Create a new file main.py for this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itself never enforces type hints at runtime — FastAPI is what actively reads them to validate, convert, and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just the syntax from section 3's optional query parameters, named explicitly now that type hints have been introduced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requests typically carry no body; POST and PUT are how a client sends structured data to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client can send {"title": "Ship v2", "tags": ["backend", "urgent"]} and Pydantic parses the nested list without any extra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Pydantic's real value shows up once fields need constraints, not just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shape is worth recognizing on sight — students will see it constantly while testing from /docs.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deliberate counterpart to the automatic 422 seen on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naming the distinction explicitly — students often expect Pydantic to somehow know a task id doesn't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input-model/output-model split is exactly the kind of shape control encapsulation gave classes last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in the same file. This exercise turns the read-only API from Exercise 1 into a full create/read/update/delete resource.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back to the Learning Objectives slide first and let students self-check with a show of hands on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COURSE · WEEK 2 · LECTURE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Fundamentals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Requests &amp; responses · Validation · REST APIs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 hours   |   Audience: complete beginners (continuing from Week 1)   |   Lecture + hands-on exercises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– 0:10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288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 &amp; recap of Week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0:10 – 0:52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2860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HTTP &amp; REST Fundamentals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11091672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0:52 – 1:02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7432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1:02 – 1:38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3200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min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2004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 Depth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11091672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1:38 – 1:58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36576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hands-on: build read-only task routes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1:58 – 2:08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28600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41148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11091672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" y="4572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2:08 – 2:49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286000" y="4572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min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474720" y="45720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Bodies, Pydantic &amp; Validation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580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2:49 – 3:09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2286000" y="5029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474720" y="50292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hands-on: add create, update &amp; delete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5800" y="5486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3:09 – 3:24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5486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474720" y="54864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Q&amp;A, and what's next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605332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7E6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6053328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77240" y="605332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long? This plan is ~24 min over a 3-hour slot (FastAPI needs the full HTTP/REST grounding before the code makes sense) — see the notes doc for exactly what to trim first.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client-server model and identify the parts of an HTTP request and response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REST conventions to design resource-oriented URLs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FastAPI project and run it locally with uvicorn, including the automatic /docs page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routes with path parameters and query parameters, using type hints to get automatic validation for free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route registration order matters when paths overlap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Pydantic model to validate a request body, including field constraints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automatic Pydantic validation (422) from business-logic errors raised with HTTPException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response_model and status_code to shape and label API responses correctly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Back &amp; Recap of Week 1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0:10   •   10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— not a re-teach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3717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roadmap: APIs &amp; REST, then routing, then Pydantic validation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classes with __init__, instance attributes, and instance methods — and created objects from them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public, _protected, and __private naming conventions, and @property for validated attribute access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inheritance to build a subclass, override a method, and saw polymorphism in action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functions as first-class objects — lambdas, map(), filter(), and comprehensions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623560"/>
            <a:ext cx="64008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6235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3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of hands — who still has their backend-course folder and venv from Week 1?” Anyone who lost it can recreate it in under two minutes with python -m venv venv.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·  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where the course turns a corner: from Python that runs on one machine, to Python other programs can talk to over the network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half: what an API is, HTTP requests &amp; responses, REST conventions, and the smallest possible FastAPI app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half: routing in depth, then request bodies with Pydantic and the validation it gives for free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exercises build the same running example — a small Task API — a little more each time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623560"/>
            <a:ext cx="64008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6235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 the connection:  </a:t>
            </a:r>
            <a:pPr indent="0" marL="0">
              <a:buNone/>
            </a:pPr>
            <a:r>
              <a:rPr lang="en-US" sz="13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“Remember Pydantic's BaseModel we'll use today? It's a class, the same kind you built by hand last week — and it even uses inheritance. Everything from Week 1 is about to look a lot more useful.”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APIs, HTTP &amp; REST Fundamentals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 – 0:52   •   42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API? The client-server model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3717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requests, responses &amp; status codes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7608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2212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REST: resource-oriented design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7150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66013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FastAPI project &amp; first endpoint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8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API?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is a contract that lets one program ask another to do something or hand over data, without either side needing to know how the other is built internally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web this almost always means the client-server model: a client (browser, mobile app, another service) sends a request; a server processes it and sends back a response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never needs to see the server's source code — only the contract (the API) matters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server can serve many kinds of clients at once — a web frontend, a mobile app, a script — all hitting the same API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is a command-line tool for sending HTTP requests directly from a terminal — no browser or code required, perfect for quickly poking at an API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623560"/>
            <a:ext cx="64008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6235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now:  </a:t>
            </a:r>
            <a:pPr indent="0" marL="0">
              <a:buNone/>
            </a:pPr>
            <a:r>
              <a:rPr lang="en-US" sz="13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curl https://api.github.com/users/octocat in a terminal — that's a real client sending a real HTTP request to a real API and getting JSON back. Exactly the exchange today is about.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10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Requests &amp; Responses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/users/42 → 200 OK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/users/42 HTTP/1.1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api.example.com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{"id": 42, "name": "Amina"}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has a method (GET), a path (/users/42), headers, and sometimes a body — GET usually has none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response has a status code (200), headers, and usually a body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HTTP methods used constantly: GET (read), POST (create), PUT (replace/update), PATCH (partial update), DELETE (remove)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 come in families: 2xx success, 4xx client error, 5xx server error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Shape, Different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/users/999 → 404 Not Found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/users/999 HTTP/1.1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api.example.com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HTTP/1.1 404 Not Found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{"detail": "User not found"}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different status code and body — the status code is what tells the client how to react, not the body text alone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code written today (200, 201, 204, 404, 422) belongs to one of these two-digit families — memorizing the family matters far more than memorizing every code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8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REST: Resource-Oriented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RESTful vs. not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RESTful (good)              # Not RESTful (avoid)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/books                   GET  /getAllBooks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/books/5                 GET  /getBookById?id=5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/books                   POST /createNewBook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/books/5               POST /deleteBook?id=5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name resources (nouns, plural) — /books, and a specific item is the resource plus its id — /books/5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 method already says the verb — GET and DELETE don't need “get” or “delete” spelled out in the path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convention makes an API predictable: once you know the pattern, you can guess most of an unfamiliar REST API's shape correctly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Snag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is a naming and design convention, not a technology, library, or framework feature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could build a fully RESTful API in any language — FastAPI just makes following the convention easy and natural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6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a FastAPI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fastapi-course &amp;&amp; cd fastapi-course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Windows: venv\Scripts\activate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fastapi uvicorn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project folder + venv — the same Week 1 habit — keeps this project's packages separate from every other one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is the framework; uvicorn is the server that runs it — both needed for every project from here on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now the whole project is one file, main.py — real projects split into packages later, same as Week 1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·  10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Endpoint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read_root():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{"message": "Hello, backend course!"}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@app.get("/") is a decorator (from Week 1!) that registers read_root for GET requests to /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a plain dict is enough — FastAPI serializes it to JSON automatically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 uvicorn main:app --reload — --reload restarts the server automatically on every save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/docs for the interactive Swagger UI FastAPI generates automatically — no extra code required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Route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(continued)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@app.get("/about")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about():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{"course": "Backend Development", "week": 2}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 is just a decorated function — no registry to update by hand, and no limit on how many routes one app can have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1188720"/>
            <a:ext cx="2286000" cy="2286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0" y="1188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☕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749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262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0:52 – 1:02   •   back in 10 minutes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In Depth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1:02 – 1:38   •   36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parameters &amp; type hints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3717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parameters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7608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2212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HTTP methods &amp; route ordering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12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Parameters &amp; Type Hints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class-free! plain dict list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= 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1, "title": "Write notes", "done": False},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2, "title": "Buy coffee", "done": True},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@app.get("/tasks/{task_id}")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get_task(task_id: int):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task in tasks: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task["id"] == task_id: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task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{"error": "Task not found"}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{task_id} in the path becomes the task_id parameter — matched by name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hint int makes FastAPI convert the URL text into a real int, and reject non-numeric values automatically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/tasks/1 (works), then /tasks/abc — FastAPI responds with a 422 automatically, no if-statement written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Type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(continued)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@app.get("/greet/{name}")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greet(name: str):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{"message": f"Hello, {name}!"}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str needs no conversion, but FastAPI still documents and validates it the same way — the pattern is identical regardless of type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12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Parameters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(continued)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@app.get("/tasks")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list_tasks(done: bool | None = None, skip: int = 0, limit: int = 10):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filtered = [t for t in tasks if done is None or t["done"] == done]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filtered[skip : skip + limit]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that do NOT appear inside the path's {} are automatically query parameters — no extra syntax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values make them optional: GET /tasks?done=true filters; GET /tasks?skip=1&amp;limit=1 pages through the list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Snag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parameter is a path parameter or a query parameter is decided entirely by whether its name appears inside the {} in the path string — not by where it's written in the function signature, and not by its type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Search Parameter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(continued)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@app.get("/tasks/search")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search_tasks(q: str):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[t for t in tasks if q.lower() in t["title"].lower()]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has no default, so it's a required query parameter — /tasks/search with no ?q=... returns a 422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12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HTTP Methods &amp; a Mini CRUD Skeleton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shape of a REST resource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@app.get("/tasks")               # list    → 200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@app.get("/tasks/{task_id}")     # read     → 200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@app.post("/tasks")              # create   → 201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@app.put("/tasks/{task_id}")     # update   → 200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@app.delete("/tasks/{task_id}")  # delete   → 204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never changes data — always safe to call repeatedly, no body, no side effects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creates something new, so a successful response is conventionally 201 Created, not a generic 200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conventionally returns 204 No Content — nothing left to describe once the resource is gone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GOTCHA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Order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 order vs. correct order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WRONG — /tasks/search never gets a chance to run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@app.get("/tasks/{task_id}")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get_task(task_id: int):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@app.get("/tasks/search")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search_tasks(q: str):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CORRECT — static paths before dynamic ones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@app.get("/tasks/search")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search_tasks(q: str):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@app.get("/tasks/{task_id}")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get_task(task_id: int): ...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matches routes top-to-bottom, first match wins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declare specific, static paths above dynamic ones sharing the same prefix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85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9144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Read-Only Task Routes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268712" y="6858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141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68712" y="6858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691640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tasks list of at least 4 dicts, each with id, title, and done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95144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GET /tasks that returns the full list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898648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GET /tasks/{task_id} that returns the matching task, or a clear error if the id doesn't exist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502152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?done=true/false query parameter to GET /tasks that filters the list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133088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105656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route from the interactive /docs page — not just by staring at the code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7E6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800600"/>
            <a:ext cx="64008" cy="7315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80060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goal:  </a:t>
            </a:r>
            <a:pPr indent="0" marL="0">
              <a:buNone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GET /tasks/search?q=... using the ordering rule from 3.3 — declared above /tasks/{task_id} so it actually gets reached.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1188720"/>
            <a:ext cx="2286000" cy="2286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0" y="1188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☕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749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262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1:58 – 2:08   •   back in 10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Bodies, Pydantic &amp; Validation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2:08 – 2:49   •   41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crash course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3717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bodies with Pydantic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7608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2212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 &amp; error handling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7150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66013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models &amp; status codes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8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Hints Crash Course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Python, no FastAPI yet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greet(name: str) -&gt; str: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f"Hello, {name}"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add(a: int, b: int) -&gt; int: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str and a: int, b: int are parameter hints — this is what FastAPI actually reads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str and -&gt; int are return-type hints — useful for humans and editors, but not validated by FastAPI the same way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pattern from 3.2, named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find_task(task_id: int, done: bool | None = None) -&gt; dict: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| None = None (Python 3.10+) means “this can be a bool, or missing entirely” — exactly the shape every optional query parameter needs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13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Bodies with Pydantic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TaskCreate (BaseModel)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TaskCreate(BaseModel):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done: bool = False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@app.post("/tasks")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create_task(task: TaskCreate):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new_task = {"id": len(tasks) + 1, "title": task.title, "done": task.done}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tasks.append(new_task)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new_task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TaskCreate inherits from BaseModel — the same inheritance mechanic from Week 1, applied to a class Pydantic already knows how to validate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reads the incoming JSON body, builds a TaskCreate instance, and rejects anything that doesn't fit — before create_task's first line runs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TaskCreate(BaseModel) is inheritance doing real work: it gets all of Pydantic's parsing and validation for free, just like Dog(Animal) got make_sound() for free last week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Fields &amp; Lists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TaskCreate (continued)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TaskCreate(BaseModel):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done: bool = False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tags: list[str] = []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tags: list[str] = [] accepts a JSON array of strings and defaults to empty — nested data, parsed automatically, no extra code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12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Rules with Field()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TaskCreate (constraints)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Field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TaskCreate(BaseModel):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 = Field(min_length=1, max_length=100)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priority: int = Field(default=3, ge=1, le=5)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Field() attaches constraints directly to a type hint — min_length, max_length, ge, le, and more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 empty title or priority=10, and FastAPI responds with a 422 automatically — still no if-statements written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422 Error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response body FastAPI sends back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"loc": ["body", "priority"],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"msg": "Input should be less than or equal to 5",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"less_than_equal"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pinpoints exactly which field failed, and msg explains why — read this first when a request doesn't behave as expected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HTTPException for Business Logic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(continued)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HTTPException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@app.get("/tasks/{task_id}")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get_task(task_id: int):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 in tasks: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t["id"] == task_id: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HTTPException(status_code=404, detail="Task not found")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“Task 999 doesn't exist” isn't a shape problem Pydantic can catch — it's a business rule the code must check and report itself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HTTPException(...) is how a route reports an error deliberately — FastAPI turns it into a proper JSON error response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Snag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Unprocessable Entity means the shape or type of the incoming data was wrong — that's Pydantic's job, fully automatic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404, 400, and similar codes are things raised deliberately with HTTPException, because they depend on business rules Pydantic has no way to know about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·  8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Models &amp; Status Codes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TaskOut (BaseModel)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TaskOut(BaseModel):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int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done: bool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@app.post("/tasks", response_model=TaskOut, status_code=201)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create_task(task: TaskCreate):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new_task =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"id": len(tasks) + 1, "title": task.title, "done": task.done,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"owner_secret": "internal-only",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tasks.append(new_task)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new_task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response_model=TaskOut strips anything not declared on TaskOut before it reaches the client — owner_secret never goes out, even though it's in the internal dict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status_code=201 tells the client “a new resource was created,” matching the REST convention from 3.3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an input model (TaskCreate) from an output model (TaskOut) is standard practice — the encapsulation idea from last week, applied to an entire API response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85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9144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Create, Update &amp; Delete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268712" y="6858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141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68712" y="6858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691640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TaskCreate model with title (required) and done (default False)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95144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POST /tasks using TaskCreate, appending the new task and returning it with status_code=201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898648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PUT /tasks/{task_id} that replaces a task's fields, raising 404 if the id doesn't exist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502152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DELETE /tasks/{task_id} that removes a task, returning status_code=204, and 404 if missing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133088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105656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new route from /docs, including one deliberate validation error to see the 422 response shape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7E6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800600"/>
            <a:ext cx="64008" cy="7315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80060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goal:  </a:t>
            </a:r>
            <a:pPr indent="0" marL="0">
              <a:buNone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Field constraints to TaskCreate (title min_length=1, priority ge=1/le=5), and a TaskOut model that excludes an internal field you add to the stored task dict.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Recap, Q&amp;A &amp; What's Next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3:09 – 3:24   •   15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the learning objectives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3717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Q&amp;A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7608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2212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Week 2, Lecture 2 — Type Hinting &amp; Pydantic Deep Dive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7150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66013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assignment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·  COMMON QUESTIONS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Q&amp;A — Be Ready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453384" cy="4206240"/>
          </a:xfrm>
          <a:prstGeom prst="roundRect">
            <a:avLst>
              <a:gd name="adj" fmla="val 2118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453384" cy="109728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“Memorize every status code?”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9961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No; know the handful used constantly (200, 201, 204, 400, 404, 422, 500) and look the rest up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7784" y="1920240"/>
            <a:ext cx="3453384" cy="4206240"/>
          </a:xfrm>
          <a:prstGeom prst="roundRect">
            <a:avLst>
              <a:gd name="adj" fmla="val 2118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367784" y="1920240"/>
            <a:ext cx="3453384" cy="109728"/>
          </a:xfrm>
          <a:prstGeom prst="roundRect">
            <a:avLst/>
          </a:prstGeom>
          <a:solidFill>
            <a:srgbClr val="5C7FC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6384" y="219456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FastAPI over Flask/Django?”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743200"/>
            <a:ext cx="29961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Flask/Django are more manual about validation and docs; FastAPI's type-hint-driven approach writes correct APIs faster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6928" y="1920240"/>
            <a:ext cx="3453384" cy="4206240"/>
          </a:xfrm>
          <a:prstGeom prst="roundRect">
            <a:avLst>
              <a:gd name="adj" fmla="val 2118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6928" y="1920240"/>
            <a:ext cx="3453384" cy="109728"/>
          </a:xfrm>
          <a:prstGeom prst="roundRect">
            <a:avLst/>
          </a:prstGeom>
          <a:solidFill>
            <a:srgbClr val="B579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5528" y="219456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async def required?”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5528" y="2743200"/>
            <a:ext cx="29961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plain def works fine for everything today; async matters for high-concurrency I/O, a later topic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1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2, Lecture 2 — Type Hinting &amp; Pydantic Deep Dive — and this week's assignment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41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974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2, Lecture 2: Type Hinting &amp; Pydantic Deep Dive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models, Enums, custom validators, and settings management — everything needed to model a realistic API's data, not just a single flat resource.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41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749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6908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today's Task API: add a priority field with Field constraints, a GET /tasks/search route (respecting the ordering rule from 3.3), and confirm every route is tested from /docs.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2026-09-08T19:07:56Z</dcterms:created>
  <dcterms:modified xsi:type="dcterms:W3CDTF">2026-09-08T19:07:56Z</dcterms:modified>
</cp:coreProperties>
</file>